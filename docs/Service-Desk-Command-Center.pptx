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Elimination page already loaded. Lead with the idea, not the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Everyone else closes tickets faster. We think that is the wrong goal.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are really one idea: knowing where its own judgement runs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differentiator in one example. Say "gone", not "prevented".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"never blended" line is the one that shows you expected to be challenged.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 here. This is the moment that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Offer to change a threshold live if they want to see it take effect.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Type "tell me a joke" into the AI Manager live. The refusal is the 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zero is the point: the hard rule is that Auto decides and this repo displays.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live app here. Localhost, not the hosted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380. Do not add anything after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AUTOPILOT ASIA 2026 · ROUND 2 · TRACK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371600"/>
            <a:ext cx="10607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2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Desk</a:t>
            </a:r>
            <a:endParaRPr lang="en-US" sz="5400" dirty="0"/>
          </a:p>
          <a:p>
            <a:pPr indent="0" marL="0">
              <a:lnSpc>
                <a:spcPts val="62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Center.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3703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C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Employee that eliminates problems instead of processing tickets.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77240" y="448056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" y="534924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THAT NEED NEVER HAPPEN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1155680" y="6172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05156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tickets faster is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5A6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goal.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77240" y="306324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44 people request shared drive access every month, resolving those tickets quickly is being efficient at something that should not be happening.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4160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else optimises the queue. We went after what keeps filling it.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11155680" y="6172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THIS DIFFERENT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051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choices. One idea.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77240" y="2286000"/>
            <a:ext cx="3319272" cy="2286000"/>
          </a:xfrm>
          <a:prstGeom prst="roundRect">
            <a:avLst>
              <a:gd name="adj" fmla="val 4800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9848" y="2560320"/>
            <a:ext cx="475488" cy="475488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9848" y="2560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9848" y="3200400"/>
            <a:ext cx="2734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the tickets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69848" y="3767328"/>
            <a:ext cx="2734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root cause, propose the permanent fix, name the owner.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16552" y="2286000"/>
            <a:ext cx="3319272" cy="2286000"/>
          </a:xfrm>
          <a:prstGeom prst="roundRect">
            <a:avLst>
              <a:gd name="adj" fmla="val 4800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09160" y="2560320"/>
            <a:ext cx="475488" cy="475488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0" y="2560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09160" y="3200400"/>
            <a:ext cx="2734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when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09160" y="3767328"/>
            <a:ext cx="2734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refusal reasons, none overridable by urgency.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55864" y="2286000"/>
            <a:ext cx="3319272" cy="2286000"/>
          </a:xfrm>
          <a:prstGeom prst="roundRect">
            <a:avLst>
              <a:gd name="adj" fmla="val 4800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48472" y="2560320"/>
            <a:ext cx="475488" cy="475488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48472" y="2560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48472" y="3200400"/>
            <a:ext cx="2734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invent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48472" y="3767328"/>
            <a:ext cx="2734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dash is honest. A zero is a claim.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155680" y="6172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STOP THE TICKETS HAPPENING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05156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password resets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5A6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one problem.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77240" y="301752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normal service desk resolves 37 tickets. Our agent noticed they were the same problem, checked the knowledge base, found no self-service route, and proposed building one.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77240" y="3977640"/>
            <a:ext cx="9509760" cy="1417320"/>
          </a:xfrm>
          <a:prstGeom prst="roundRect">
            <a:avLst>
              <a:gd name="adj" fmla="val 6452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4178808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"Implement a Self-Service Password Reset portal integrated with MFA, so users verify their own identity and reset credentials without help desk intervention."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494690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BY THE CORRELATOR · OWNER: IAM TEAM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77240" y="562356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37 tickets stop arriving. </a:t>
            </a:r>
            <a:pPr indent="0" marL="0">
              <a:buNone/>
            </a:pPr>
            <a:r>
              <a:rPr lang="en-US" sz="21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resolved faster. Gone.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11155680" y="6172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AT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05156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460 tickets.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actual problems.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77240" y="32004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77240" y="406908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CAUSES FOUND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931920" y="32004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3931920" y="406908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COLLAPSED TODAY · WORK AVOIDED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086600" y="32004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7086600" y="406908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PREVENTABLE · A FORECAST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4892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numbers, never blended. One is work already avoided. The other is conditional on a human approving each fix. Adding them together would make a better headline and a worse answer.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1155680" y="6172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KNOW WHEN TO STOP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05156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refused the most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ticket in the queue.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77240" y="306324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priority. Already past SLA. A known fix available. Every incentive said act.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37033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stopped because two employees share a display name and it could not tell which of them had raised it. Applying a fix to the wrong person’s account to hit a deadline is not a win.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489204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777240" y="57607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HELD BACK FOR THAT REASON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931920" y="489204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3931920" y="57607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 REASONS, NONE OVERRIDABLE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155680" y="6172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AND IT IS AUDITABLE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05156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has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5A6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reason on the record.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77240" y="30175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ITSM-2212 had a fix ready and an open change request awaiting board approval. Change control outranks confidence, so the agent opened the approval in GitHub rather than shipping. A human reviewed it and upheld the block.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420624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9,752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" y="50749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EVALUATIONS LOGGED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931920" y="420624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3931920" y="50749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POLICIES, EDITABLE WITHOUT CODE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086600" y="420624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7086600" y="50749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ON A HUMAN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7240" y="57150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evaluation names the rule, the threshold in force at that moment, and what it was compared against. A later edit never rewrites history.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155680" y="6172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NEVER INVENT A NUMBER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05156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our metrics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5A6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deliberately blank.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77240" y="301752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Operator reports resolution timestamps, so MTTR would have to be inferred. The dashboard shows a dash and prints the reason underneath.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77240" y="3931920"/>
            <a:ext cx="9509760" cy="1417320"/>
          </a:xfrm>
          <a:prstGeom prst="roundRect">
            <a:avLst>
              <a:gd name="adj" fmla="val 6452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4133088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"Ask it something outside what the agents actually observed and it says: I can’t answer that from agent data, so I won’t guess."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490118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MANAGER HOLDS NO LANGUAGE MODEL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77240" y="55778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dash is honest. A zero is a claim. Round 1 caught the platform’s own chat summaries inventing ticket numbers while its audit log said otherwise. That is the failure this design is built against.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1155680" y="6172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RUNS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05156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Orchestrator.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Operators.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and correlation start in parallel, reconcile, then branch three ways on the decision. All of it on Supervity Auto. The Command Center never decides anything: it reads what the agents did, ranks it, and shows which run produced it.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416052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" y="5029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RUNS · 97.8% SUCCESS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931920" y="416052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3931920" y="5029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INTEGRATIONS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086600" y="416052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7086600" y="5029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IN OUR CODEBASE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1155680" y="6172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05156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look at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thing.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77240" y="3099816"/>
            <a:ext cx="182880" cy="182880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" y="301752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Elimination Backlog  </a:t>
            </a:r>
            <a:pPr indent="0" marL="0">
              <a:buNone/>
            </a:pPr>
            <a:r>
              <a:rPr lang="en-US" sz="16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ranked classes and their proposed fixes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77240" y="3703320"/>
            <a:ext cx="182880" cy="182880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61288" y="3621024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timeline  </a:t>
            </a:r>
            <a:pPr indent="0" marL="0">
              <a:buNone/>
            </a:pPr>
            <a:r>
              <a:rPr lang="en-US" sz="16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full cycle, step by step, with the raw output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4306824"/>
            <a:ext cx="182880" cy="182880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61288" y="422452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 </a:t>
            </a:r>
            <a:pPr indent="0" marL="0">
              <a:buNone/>
            </a:pPr>
            <a:r>
              <a:rPr lang="en-US" sz="16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a threshold, watch it take effect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77240" y="4910328"/>
            <a:ext cx="182880" cy="182880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482803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Workbench  </a:t>
            </a:r>
            <a:pPr indent="0" marL="0">
              <a:buNone/>
            </a:pPr>
            <a:r>
              <a:rPr lang="en-US" sz="16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different reasons the agent stopped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77240" y="5513832"/>
            <a:ext cx="182880" cy="182880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5431536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&amp; Data Manager  </a:t>
            </a:r>
            <a:pPr indent="0" marL="0">
              <a:buNone/>
            </a:pPr>
            <a:r>
              <a:rPr lang="en-US" sz="16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noticed, and honest health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155680" y="6172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CLOSING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23444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acts fast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easy to build.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77240" y="306324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9C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that stops is the one you would actually let near your company.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77240" y="420624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" y="50749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THAT NEED NEVER HAPPEN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1155680" y="6172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Service Desk Command Center — Autopilot Asia 2026</dc:title>
  <dc:subject>PptxGenJS Presentation</dc:subject>
  <dc:creator>Service Desk Command Center</dc:creator>
  <cp:lastModifiedBy>Service Desk Command Center</cp:lastModifiedBy>
  <cp:revision>1</cp:revision>
  <dcterms:created xsi:type="dcterms:W3CDTF">2026-08-06T14:23:33Z</dcterms:created>
  <dcterms:modified xsi:type="dcterms:W3CDTF">2026-08-06T14:23:33Z</dcterms:modified>
</cp:coreProperties>
</file>